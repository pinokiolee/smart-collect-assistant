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안녕하세요. 취합 업무 자동화 과제 Smart Collect Assistant를 발표할 이형진입니다.</a:t>
            </a:r>
          </a:p>
          <a:p>
            <a:r>
              <a:t>부서별 엑셀을 사람이 일일이 취합·검증하던 일을, 멀티에이전트로 자동화한 프로젝트입니다.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[프로젝트 개요 · 2분]</a:t>
            </a:r>
          </a:p>
          <a:p>
            <a:r>
              <a:t>먼저 문제입니다. 부서별 엑셀 취합·검증은 한 건당 약 90분이 들고, 작성기준 불일치·필수값 누락·중복·형식오류가 반복됩니다. 담당자 1인이 월 10시간 넘게 단순 반복에 쓰고, 검증 누락은 보고 신뢰도까지 떨어뜨립니다.</a:t>
            </a:r>
          </a:p>
          <a:p>
            <a:r>
              <a:t>그래서 취합 요청 메일을 분석해 검증기준을 만들고, 제출 엑셀을 규칙기반으로 검증→자가교정→병합하는 멀티에이전트를 만들었습니다. Requirement·Supervisor·Validation·Self-Correction·Report 다섯 에이전트가 LangGraph 위에서 협업합니다.</a:t>
            </a:r>
          </a:p>
          <a:p>
            <a:r>
              <a:t>성과는 세 수치입니다. ① 오류 검출 F1 100%, 오탐·미탐 0 ② 46행을 약 0.06초, 초당 500행 이상 처리 ③ 자가교정으로 재작업 60% 감소.</a:t>
            </a:r>
          </a:p>
          <a:p>
            <a:r>
              <a:t>핵심은 이게 메일을 한 번 요약하는 도구가 아니라, LLM이 검증 전략을 계획하고 교정값을 제안하면 코드가 허용값·재검증으로 확정하는 하나의 에이전트 세션이라는 점입니다. 그 판단 과정은 요청마다 트레이스 파일로 기록되어, 주장이 아니라 기록으로 증명됩니다.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[기술 아키텍처 · 4분]</a:t>
            </a:r>
          </a:p>
          <a:p>
            <a:r>
              <a:t>왼쪽 흐름입니다. 입력은 취합 요청 메일과 제출 엑셀. Requirement Analysis가 메일에서 작성항목·마감을 추출하고, Supervisor가 검증규칙을 정한 뒤, Excel Validation이 규칙기반 검증, Self-Correction이 자동교정, Report가 요약합니다. 전체를 LangGraph StateGraph가 상태 기반으로 오케스트레이션합니다.</a:t>
            </a:r>
          </a:p>
          <a:p>
            <a:r>
              <a:t>기술 선택 셋. ① LangGraph — 단일 에이전트·단순 Chain으로는 분석·검증·교정·보고의 책임 분리와 상태 관리가 어렵습니다. 조건분기로 7개 노드를 오케스트레이션했습니다.</a:t>
            </a:r>
          </a:p>
          <a:p>
            <a:r>
              <a:t>② Supervisor는 LLM이 실제 업로드 컬럼을 보고 검증 전략과 리스크를 계획합니다. 예를 들어 '긴급도 코드값이 흔들릴 수 있다'를 미리 지목합니다. 규칙 선택 자체는 Tree of Thoughts로 후보 3개를 만들어 결정론적으로 고릅니다 — 항목을 전부 필수로 강제(Strict)하면 드리프트에서 오탐이 나서 (실측 Strict 0.786점·오탐 1건 vs Balanced 1.0점·오탐 0건) Balanced를 택했습니다. Yao 2023 참고.</a:t>
            </a:r>
          </a:p>
          <a:p>
            <a:r>
              <a:t>③ Self-Correction이 이 프로젝트의 에이전틱 핵심입니다. 고칠 수 있는 오류에 대해 LLM이 교정값을 근거와 함께 제안하고 — 예: 긴급도 '매우 급함'을 '상'으로, 근거는 '의미가 상과 가장 유사' — 코드가 허용값·날짜형식으로 재검증해 통과한 제안만, 그리고 재검증에서 오류가 줄 때만 채택합니다. LLM 제안이 게이트를 통과 못하면 규칙으로 폴백합니다. Madaan 2023 참고.</a:t>
            </a:r>
          </a:p>
          <a:p>
            <a:r>
              <a:t>④ 검증·병합 자체는 규칙기반입니다. LLM 직접 판단과 실측 비교하면 정확도는 F1 100%로 같지만 규칙기반이 174~301배 빠르고 재현성 표준편차 0입니다. 그리고 이 모든 판단은 요청마다 트레이스 파일로 기록됩니다.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[핵심 기술 과제 · 4분]</a:t>
            </a:r>
          </a:p>
          <a:p>
            <a:r>
              <a:t>가장 중요하게 보여드리고 싶은 부분입니다. 엑셀 검증을 LLM이 직접 판단하게 할지, 규칙기반 코드로 할지를 두고 실제로 두 방식을 실측 비교했습니다.</a:t>
            </a:r>
          </a:p>
          <a:p>
            <a:r>
              <a:t>먼저 A안, Azure OpenAI(gpt-4.1)로 행을 직접 판단시켰습니다. 정확도는 F1 100%로 준수했지만 문제는 속도였습니다. 같은 라벨 데이터셋으로 5회씩 반복했더니 46행 기준 평균 2,524밀리초, 130행 기준 평균 3,665밀리초가 걸렸습니다. 호출마다 API 비용이 발생하고, 응답이 JSON 형식을 벗어나면 파싱에 실패할 위험도 있었습니다.</a:t>
            </a:r>
          </a:p>
          <a:p>
            <a:r>
              <a:t>그래서 B안, pandas·openpyxl 규칙기반 코드로 검증·병합을 옮겼습니다. 정확도는 똑같이 F1 100%인데 처리시간은 46행 8.4밀리초, 130행 21밀리초로 174~301배 빨랐고, 10회 반복해도 표준편차 0으로 완전히 결정론적이었습니다. 비용도 추가로 들지 않습니다.</a:t>
            </a:r>
          </a:p>
          <a:p>
            <a:r>
              <a:t>두 번째 사례는 검증 규칙 선택입니다. 메일에서 뽑은 항목을 전부 필수컬럼으로 강제하는 Strict 방식은 양식이 부서마다 다르면 오탐을 냈습니다 — 점수 0.786, 오탐 컬럼 1개. Tree of Thoughts로 Strict·Balanced·Loose 후보 3개를 만들어 실제 파일과 비교 평가하는 ToT 방식으로 바꾸자 점수 1.0, 오탐 0건이 됐습니다.</a:t>
            </a:r>
          </a:p>
          <a:p>
            <a:r>
              <a:t>정리하면, 정확도가 같다면 비용·속도·재현성이 유리한 쪽을 선택해야 한다는 것이 이번 과제의 핵심 판단이었습니다. 그래서 판단이 필요한 곳 — 검증 전략 계획과 교정값 제안 — 에는 LLM을 쓰고, 정확성과 재현성이 필요한 검증·확정은 규칙기반 코드에 맡겼습니다. 그리고 이 판단 과정 전체를 요청마다 트레이스 파일로 기록해, 어느 단계를 LLM이 판단했고 코드가 검증했는지 증명할 수 있게 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과제명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Collect Assistant (엑셀 취합 자동화)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티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이형진, 08079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토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멘토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문제를 해결하고자 했는가?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부서별 엑셀 취합·검증을 수작업에 의존 — 1건당 약 90분, 작성기준 불일치·필수값 누락·중복·형식오류가 반복 발생.</a:t>
            </a:r>
            <a:endParaRPr lang="en-US" sz="900" dirty="0"/>
          </a:p>
          <a:p>
            <a:pPr marL="0" indent="0">
              <a:buNone/>
            </a:pPr>
            <a: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문제가 중요한가? (비즈니스 임팩트)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취합 담당 1인이 월 10시간+를 단순 반복에 소모하고, 검증 누락이 최종 보고 신뢰도를 저하시킵니다.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만들었는가?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검증전략을 계획하고 교정을 제안하면, 코드가 검증·확정하는 멀티에이전트 세션 (분석→검증→자가교정→병합).</a:t>
            </a:r>
            <a:endParaRPr lang="en-US" sz="900" dirty="0"/>
          </a:p>
          <a:p>
            <a:pPr marL="0" indent="0">
              <a:buNone/>
            </a:pPr>
            <a: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b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구성: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 → Supervisor(LLM계획) → Validation → Self-Correction(LLM제안) → Report</a:t>
            </a:r>
            <a:endParaRPr lang="en-US" sz="900" dirty="0"/>
          </a:p>
          <a:p>
            <a:pPr marL="0" indent="0">
              <a:buNone/>
            </a:pPr>
            <a: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endParaRPr lang="en-US" sz="90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기술 스택: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· Azure OpenAI · pandas/openpyxl · FastAPI · React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F1 100%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검출 정확도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0·미탐 0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0.06초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46행 처리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500행+/초·로드+검증+병합</a:t>
            </a:r>
            <a:r>
              <a:rPr lang="en-US" altLang="ko-KR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60%↓</a:t>
            </a:r>
            <a:endParaRPr lang="en-US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자가교정으로 재작업 감소 (교정율 100%)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"LLM은 검증전략을 계획하고 교정을 제안, 코드는 허용값·재검증으로 확정 —</a:t>
            </a:r>
            <a:endParaRPr lang="en-US" sz="950" dirty="0"/>
          </a:p>
          <a:p>
            <a:pPr marL="0" indent="0" algn="ctr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F1 100%·재현성 표준편차 0으로 자동화하고, 그 판단 과정을 트레이스로 기록·증명합니다."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0" name="Text 8"/>
          <p:cNvSpPr/>
          <p:nvPr/>
        </p:nvSpPr>
        <p:spPr>
          <a:xfrm>
            <a:off x="530352" y="1888236"/>
            <a:ext cx="4069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ko-KR" altLang="en-US" sz="9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br>
              <a:rPr lang="en-US" altLang="ko-KR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altLang="ko-KR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altLang="ko-KR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 err="1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dirty="0" err="1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>
              <a:solidFill>
                <a:srgbClr val="99999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ko-KR" alt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>
              <a:solidFill>
                <a:srgbClr val="99999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Multi-Agent Supervisor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Agent/단순 Chain은 분석·검증·교정·보고의 책임 분리와 상태 관리가 어렵습니다.</a:t>
            </a:r>
            <a:endParaRPr lang="en-US" sz="850" dirty="0"/>
          </a:p>
          <a:p>
            <a:pPr marL="0" indent="0">
              <a:buNone/>
            </a:pPr>
            <a:endParaRPr lang="en-US" sz="85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85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활용: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기반 조건분기로 7개 노드를 오케스트레이션하고, 기준 검색은 선택 기능으로 분리했습니다.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 + Self-Correction (LLM 제안→코드 검증)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검증전략 계획·교정값을 제안하면, 코드가 허용값·재검증 게이트로 확정(환각 차단).</a:t>
            </a:r>
            <a:endParaRPr lang="en-US" sz="850" dirty="0"/>
          </a:p>
          <a:p>
            <a:pPr marL="0" indent="0">
              <a:buNone/>
            </a:pPr>
            <a:endParaRPr lang="en-US" sz="85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85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성과: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 규칙선택 0.786→1.0(오탐 1→0건) · 교정은 재검증서 오류 줄 때만 채택 (Yao·Madaan 2023).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규칙기반 검증 (pandas/openpyxl)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 이유: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직접판단(A)도 실측했으나 규칙기반(B) 대비 46행 301배·130행 174배 느렸습니다.</a:t>
            </a:r>
            <a:endParaRPr lang="en-US" sz="850" dirty="0"/>
          </a:p>
          <a:p>
            <a:pPr marL="0" indent="0">
              <a:buNone/>
            </a:pPr>
            <a:endParaRPr lang="en-US" sz="85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85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</a:t>
            </a:r>
            <a:r>
              <a:rPr lang="en-US" sz="8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포인트: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정확도는 동일(F1 100%), 비용 0·재현성 0. 검증 함수만 46행 기준 2,524ms→8.4ms.</a:t>
            </a:r>
            <a:endParaRPr lang="en-US" sz="850" dirty="0"/>
          </a:p>
        </p:txBody>
      </p:sp>
      <p:pic>
        <p:nvPicPr>
          <p:cNvPr id="30" name="Picture 29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234440"/>
            <a:ext cx="4297680" cy="30259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엑셀 검증을 LLM이 직접 판단하게 할 것인가(A), 규칙 기반 코드로 할 것인가(B)?</a:t>
            </a:r>
            <a:endParaRPr lang="en-US" sz="1000" dirty="0"/>
          </a:p>
          <a:p>
            <a:pPr marL="0" indent="0"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LLM 직접판단(A): F1 100%지만 규칙기반 대비 46행 301배·130행 174배 느림, API비용·파싱실패 위험  ② 항목 전부 필수컬럼 강제(Strict 방식): 드리프트 시 오탐 발생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해결했는가? (설계 결정)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판단(계획·제안), 코드는 검증·확정으로 분리. ① 검증: LLM 직접판단(A) 실측 후 규칙기반(B) 전환 ② 규칙선택: ToT 후보 비교 ③ 자가교정: LLM 제안→코드 검증 후 채택</a:t>
            </a:r>
            <a:endParaRPr lang="en-US" sz="900" dirty="0"/>
          </a:p>
          <a:p>
            <a:pPr marL="0" indent="0">
              <a:buNone/>
            </a:pPr>
            <a:r>
              <a:rPr lang="en-US" sz="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알고리즘 / 아키텍처 결정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실측: LLM 3,665ms(130행)·2,524ms(46행) vs 규칙기반 21ms·8.4ms → 174~301배. ToT: Strict 0.786→Balanced 1.0(오탐 1→0건). 참고: Yao 2023·Madaan 2023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접근이 필요했는가?</a:t>
            </a:r>
            <a:endParaRPr lang="en-US" sz="900" dirty="0"/>
          </a:p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정확도가 같으면 비용·속도·재현성이 유리한 쪽을 택함 — LLM은 호출마다 과금·지연 편차·네트워크 의존이 있지만, 규칙기반은 무료·고속·표준편차 0. 그래서 판단(계획·제안)은 LLM, 확정(검증·병합)은 코드로 나눴고, 이 판단 과정은 요청마다 트레이스(.md/.json)로 자동 기록해 ‘주장’이 아니라 ‘기록’으로 증명합니다.</a:t>
            </a:r>
            <a:endParaRPr lang="en-US" sz="9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174배+</a:t>
              </a:r>
              <a:endParaRPr lang="en-US" sz="1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검증 단계 처리속도</a:t>
              </a:r>
              <a:endParaRPr lang="en-US" sz="850" dirty="0"/>
            </a:p>
            <a:p>
              <a:pPr marL="0" indent="0">
                <a:buNone/>
              </a:pPr>
              <a:r>
                <a:rPr lang="en-US" sz="750" dirty="0">
                  <a:solidFill>
                    <a:srgbClr val="66666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LLM(A) vs 규칙기반(B) 130행 실측 · 46행은 301배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1.0</a:t>
              </a:r>
              <a:endParaRPr lang="en-US" sz="18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ToT 규칙 선택 점수</a:t>
              </a:r>
              <a:endParaRPr lang="en-US" sz="850" dirty="0"/>
            </a:p>
            <a:p>
              <a:pPr marL="0" indent="0">
                <a:buNone/>
              </a:pPr>
              <a:r>
                <a:rPr lang="en-US" sz="750" dirty="0">
                  <a:solidFill>
                    <a:srgbClr val="66666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Strict 0.786→Balanced 1.0, 오탐 1건→0건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80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0</a:t>
              </a:r>
              <a:endParaRPr lang="en-US" sz="1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재현성 표준편차</a:t>
              </a:r>
              <a:endParaRPr lang="en-US" sz="850" dirty="0"/>
            </a:p>
            <a:p>
              <a:pPr marL="0" indent="0">
                <a:buNone/>
              </a:pPr>
              <a:r>
                <a:rPr lang="en-US" sz="750" dirty="0">
                  <a:solidFill>
                    <a:srgbClr val="66666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규칙기반 10회 반복 결정론 (LLM은 지연 편차 존재)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